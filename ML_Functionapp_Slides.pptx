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>
        <p:scale>
          <a:sx n="66" d="100"/>
          <a:sy n="66" d="100"/>
        </p:scale>
        <p:origin x="652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98F8D-088D-3DDB-5812-21D33D5BA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37D7F3-DF20-0E5E-C54D-2BAE6393D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6AF8F-0677-8476-5CBE-669931827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B927F-5379-4218-B9FB-789987041DB6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EA0B6-F57A-946D-F4D1-0125CEF6B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93783-C201-23EC-CBF3-203501F04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3C33E-DAD5-4D41-8A0B-A76AA2D9E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21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AF8B7-CC68-3007-4D93-182BE32BE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33B30-9C20-2018-69DC-22457FCC4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1B479-C703-A1C5-6595-6C0886E0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B927F-5379-4218-B9FB-789987041DB6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6E5A2-4728-4462-74B3-04997971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070DC-94CD-2A5F-0BFC-59E9FC32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3C33E-DAD5-4D41-8A0B-A76AA2D9E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301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07976-7C52-A229-3829-BA2002545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A486D-498A-C9F7-7A6A-C095A8428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60BF1-12BE-5119-024F-BC0F4B25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B927F-5379-4218-B9FB-789987041DB6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A0BC4-2C48-7B9C-1C37-56CEDD495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9FC3B-5717-F734-85A6-0347237FD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3C33E-DAD5-4D41-8A0B-A76AA2D9E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61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B3027-C8C2-A533-3484-F751F89B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82DE5-6048-192D-F9B8-C06AEAEA0F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45BB2-0375-E7C2-01ED-0C954447B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05421-E6DC-BC98-6A5B-8A8868A50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B927F-5379-4218-B9FB-789987041DB6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CED20C-4C20-E5E4-CE9E-B5AE9B32B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4CE44-8BCB-7718-74F7-5AA563C29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3C33E-DAD5-4D41-8A0B-A76AA2D9E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03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57BED-57D1-E3FB-0322-A616460C5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07495-9F91-9F41-B14C-7F31F0B67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CBFEE-6966-C9B3-7DE1-66456B81A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32A5C7-7DA5-91AA-4AB2-EF3D8D06DB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081A93-383E-170A-7402-1A62285D0D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CC1F13-D0C4-F6DE-C5B6-7977B9483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B927F-5379-4218-B9FB-789987041DB6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7AA816-8F75-1CB0-45AE-C2620170E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D5A2B8-6301-1B50-BB63-31731775D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3C33E-DAD5-4D41-8A0B-A76AA2D9E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294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EE5BB-7F6A-CCA0-CD49-1EE8E7D3E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A05CD1-1E66-7C9B-FEBF-FC03BCB45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B927F-5379-4218-B9FB-789987041DB6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4015C0-7AD7-DD55-D993-DE1E6EC67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93FE58-0332-79D6-5AA9-E50C58DED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3C33E-DAD5-4D41-8A0B-A76AA2D9E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96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A0E836-20F0-D540-664C-83A9C7FC2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B927F-5379-4218-B9FB-789987041DB6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4ED5BC-211E-8ACC-0384-6DE755CB0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7E4FE-AC6A-A0EB-02A1-08D748024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3C33E-DAD5-4D41-8A0B-A76AA2D9E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060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F9F1F-7B8E-E446-9364-FF7DD064A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821DF-DB2E-9E03-88D2-5E6F43149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74B43-570D-C0AD-770B-15D19F7A6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AC458-C912-F29B-D2E1-35D08FA6D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B927F-5379-4218-B9FB-789987041DB6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0CD6D-F416-CDD1-1092-5C88A8DB3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D54D9-9C03-5A89-6285-BDD3CD6F7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3C33E-DAD5-4D41-8A0B-A76AA2D9E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89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B112C-B992-1621-169B-81B4573F3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45DB9E-159B-29B4-7CA4-BC10E32C51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26FBC-AC36-66F7-D53C-DF00C4FDC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392E5-92AF-9DEC-C745-861B46B09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B927F-5379-4218-B9FB-789987041DB6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0BD91-E1AC-C661-3B6A-A73F9BE17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374B9-B714-8600-2339-6C7151E35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3C33E-DAD5-4D41-8A0B-A76AA2D9E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57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60E48-8D77-61D1-BDA3-4791013FC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8FF92-F6FE-12E3-819A-AB11AC16F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39377-6BEE-AE57-49B3-5EDB76A35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B927F-5379-4218-B9FB-789987041DB6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7D38D-1812-15AC-AA54-76DDF465F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6027B-2B63-229B-6FB6-F83542A00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3C33E-DAD5-4D41-8A0B-A76AA2D9E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32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01D25B-297F-649E-E62C-9E6D81428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75D068-D855-87AF-569C-86B8DA9D4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46955-BA01-3E0F-80B9-67286907D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B927F-5379-4218-B9FB-789987041DB6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6F25F-2280-2BDD-1BFE-3BEDD018A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08956-F661-4883-E9A9-F36A6FD8D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3C33E-DAD5-4D41-8A0B-A76AA2D9E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779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6087D2-AE2E-8A4B-2AB8-9B05C8D59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87C5D-0F11-8E39-6159-6A07E4A10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4D7D9-D0B6-F08C-ED64-3D2BB163E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2B927F-5379-4218-B9FB-789987041DB6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2DEAC-CBB5-9213-13B2-468F793BAE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5262E-5EE2-B3A5-82B0-9C9D4B89E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93C33E-DAD5-4D41-8A0B-A76AA2D9E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41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1CE64A-80E8-9B84-50E8-90C4925F8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35" y="371614"/>
            <a:ext cx="10870130" cy="6114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684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E2DEDF-236B-7FBD-CB9D-3FA0D474D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090"/>
            <a:ext cx="12192000" cy="665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344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6956D-71B6-CC14-9CA1-46783139E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4C14D4-4657-B606-86B4-3720B67CB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1506"/>
            <a:ext cx="12192000" cy="525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518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557351-B67A-23E6-6F0B-417CE0349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5923"/>
            <a:ext cx="12192000" cy="5306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47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1F1D55-E0F9-EEAB-42D0-87D19087D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245" y="0"/>
            <a:ext cx="89835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087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Suresh Adusumilli (BLINK INTERACTIVE INC)</dc:creator>
  <cp:lastModifiedBy>Naga Suresh Adusumilli (BLINK INTERACTIVE INC)</cp:lastModifiedBy>
  <cp:revision>1</cp:revision>
  <dcterms:created xsi:type="dcterms:W3CDTF">2026-07-01T03:09:48Z</dcterms:created>
  <dcterms:modified xsi:type="dcterms:W3CDTF">2026-07-01T03:17:23Z</dcterms:modified>
</cp:coreProperties>
</file>