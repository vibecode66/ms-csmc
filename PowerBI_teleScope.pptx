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2" autoAdjust="0"/>
    <p:restoredTop sz="94660"/>
  </p:normalViewPr>
  <p:slideViewPr>
    <p:cSldViewPr snapToGrid="0">
      <p:cViewPr>
        <p:scale>
          <a:sx n="75" d="100"/>
          <a:sy n="75" d="100"/>
        </p:scale>
        <p:origin x="30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6651E-3561-EFA2-9BF4-D299CE5C4C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B3131-594F-C9ED-BF79-B6C1B501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EED6D-B0A2-A1A8-C6ED-2D8DF3DF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30C6-CD60-2A2B-56FF-D700C22E7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312A7-6340-F4A8-1FE0-6A8F26FD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01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B052-D173-E848-1081-42534212C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AF334-35F1-9E7D-9CF5-7CE3311AC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62F50-019C-2AD8-1C6D-74573EFE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5C3BD-646D-4222-821E-DCC43349A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B2CCE-BBEA-87EC-1D96-8E3DD2AB0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841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FE5CF-75E5-20CF-58C5-1B3AEF868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C8F0D-663B-0B68-4815-4831E4D03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68B78-9D8B-E589-F7E2-68F156A2D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15A0C-6C9B-4383-7FE0-817B594A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159DC-6BA2-3037-FF81-B9804332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3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BD7F-A5B9-5AB5-FEA2-6648FD77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2FEA55-8D74-52D6-5C98-F6780CE8E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1ACF3C-0E83-26FD-6CCE-E2FE3E38B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A09E1-0F02-19DE-F286-DB422F416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945842-7709-AB82-4CF9-7E3820AB9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E389B-13FB-16D2-4B01-81E09B40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10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49237-CC30-0B73-1C88-820704174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54B30-8E51-B9D8-1428-22912A5FB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A4098-8A2B-C9FE-7861-BA4510C5B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3063A-4FC9-1464-10E3-6C7B9696C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632F-EE69-7E67-B093-8748FD903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EE5B56-FF72-DBBF-4804-489668B23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5F87A-3BF9-B3C9-D048-B8FA042A9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278B9-7DB5-D3B5-7EAA-64CF4C1ED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34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9202-952F-72E0-5EBB-AEBD7755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EDE2B-4B7D-6682-0EE8-F3730E7B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7A5895-671E-720B-03AD-778AA1B9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08D902-E8CF-4233-A4F9-62BDD3CE1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565160-3C1C-B9AC-07BB-990662BF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ED41F-01BA-59C4-13D7-FDC7F9C5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9678-E37B-E103-2BE6-4D377570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9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83FC2-C98B-7F9B-1944-3FDFC3904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8DC14-6817-7C96-01E7-8709F024C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FF1079-F1EA-4027-FB6E-E8C285785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D1385-3FF0-E98F-4506-13E3920A0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52324-0219-4516-5209-3200BBE9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942DD-37D7-19A8-B7F8-F6E889EBC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234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B670-82E4-81AC-09CB-0D6DB500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093F7-5E1C-9B4A-404B-35CDDED0A6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7593B-1002-77CA-1B23-A64897219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26848B-B1F9-AB30-A1C4-19D35BA34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8BFAC4-4B16-2374-1B37-81BA8DA4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5AA0-902D-FE75-ED06-C23D5AE6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68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38FE-DFC7-D7C8-6F2C-83C9C1D2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5F8EB-FAC1-B0A4-86CC-C67B4E4F5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1D9F1-A10E-51CD-4068-9F429642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8558-D37B-440F-88FC-D50004861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45F97-4F6A-7F7E-8429-EED76E4DE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797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A6FAF-722B-D82C-D503-A318BA141A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6C42F-D569-7FD1-2100-DFA74C425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3BBB3-D711-DF03-1DF5-73FACAAE0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5534E-2AB6-4F17-1B41-1973D1F24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A9FF36-F6C5-1B62-FFF3-E539EF64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37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2B2C96-80EC-F22A-2EC4-AB4F294BD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DD42D-431F-5A56-C8DB-177F0F9AF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4C193-E1AD-5593-C026-C0E2271E5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5B48A-E2A9-4FDA-8619-1CD40CD20CE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7E957-73AE-7405-8224-D5F6F33BDC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57B37-6D51-AE77-1FBB-6751A1161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CF3F4-BDB8-4391-BA6D-DFA770EA0B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63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A7237C-F0CA-47A0-036D-81CE88BBE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466" y="365423"/>
            <a:ext cx="10397068" cy="612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23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9956F-69AF-F261-A74A-453CB6A79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7BF724-9475-C76C-EE73-C2085015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302"/>
            <a:ext cx="11980333" cy="667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5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4D58-E097-9211-55DE-107A7D25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0F0F4-A7AA-C366-CC84-A42D41BEC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253"/>
            <a:ext cx="12192000" cy="625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266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80D01-2EF5-713A-7D06-8EA8C916B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50E71C-5455-5E32-C814-F372C778B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07" y="0"/>
            <a:ext cx="115511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08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141D86-907D-ED32-4DE0-E27F68976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570"/>
            <a:ext cx="12192000" cy="634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58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Suresh Adusumilli (BLINK INTERACTIVE INC)</dc:creator>
  <cp:lastModifiedBy>Naga Suresh Adusumilli (BLINK INTERACTIVE INC)</cp:lastModifiedBy>
  <cp:revision>1</cp:revision>
  <dcterms:created xsi:type="dcterms:W3CDTF">2026-07-01T01:17:19Z</dcterms:created>
  <dcterms:modified xsi:type="dcterms:W3CDTF">2026-07-01T01:21:22Z</dcterms:modified>
</cp:coreProperties>
</file>